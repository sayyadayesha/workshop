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3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91440"/>
            <a:ext cx="323556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914400" y="475488"/>
            <a:ext cx="443835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2011680" y="731520"/>
            <a:ext cx="5120640" cy="4206240"/>
          </a:xfrm>
          <a:prstGeom prst="ellipse">
            <a:avLst/>
          </a:prstGeom>
          <a:solidFill>
            <a:srgbClr val="00DCFF">
              <a:alpha val="8000"/>
            </a:srgbClr>
          </a:solidFill>
          <a:ln w="12700">
            <a:solidFill>
              <a:srgbClr val="00DCFF">
                <a:alpha val="15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408176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MediNear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457200" y="23225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1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Medical Assistance Platform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017520" y="2916936"/>
            <a:ext cx="3108960" cy="347472"/>
          </a:xfrm>
          <a:prstGeom prst="roundRect">
            <a:avLst>
              <a:gd name="adj" fmla="val 31579"/>
            </a:avLst>
          </a:prstGeom>
          <a:solidFill>
            <a:srgbClr val="FF4444">
              <a:alpha val="85000"/>
            </a:srgbClr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017520" y="29169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Innovation &amp; Problem Solving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34655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MediNear  |  Name: Ninjal  |  Roll No: 24CO83  |  SE-CO-2 Batch 3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3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347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22031" y="87782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422031" y="1280160"/>
            <a:ext cx="8412480" cy="22860"/>
          </a:xfrm>
          <a:prstGeom prst="rect">
            <a:avLst/>
          </a:prstGeom>
          <a:solidFill>
            <a:srgbClr val="00DCFF">
              <a:alpha val="45000"/>
            </a:srgbClr>
          </a:solidFill>
          <a:ln w="12700">
            <a:solidFill>
              <a:srgbClr val="00DCFF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22031" y="1389888"/>
            <a:ext cx="3291840" cy="338328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22031" y="14264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⏱️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22031" y="2029968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Lost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9191" y="2414016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medical emergency, every minute of delay can cost a life. People waste precious time Googling hospitals, pharmacies &amp; ambulances — especially at night or in unfamiliar areas.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942471" y="1389888"/>
            <a:ext cx="4892040" cy="338328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125351" y="14813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125351" y="1883664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which hospital/clinic is open right now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 nearest 24-hour pharmacy at night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contact numbers not easily available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first-aid guidance available in one place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Users: Everyone — students, families, travellers, senior citizens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3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347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362456"/>
            <a:ext cx="8412480" cy="22860"/>
          </a:xfrm>
          <a:prstGeom prst="rect">
            <a:avLst/>
          </a:prstGeom>
          <a:solidFill>
            <a:srgbClr val="00DCFF">
              <a:alpha val="45000"/>
            </a:srgbClr>
          </a:solidFill>
          <a:ln w="12700">
            <a:solidFill>
              <a:srgbClr val="00DCFF">
                <a:alpha val="45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38074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MediNear — One platform for all medical emergencies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20040" y="1764792"/>
            <a:ext cx="2761488" cy="1298448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48056" y="185623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Find Nearby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48056" y="2185416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clinics &amp; pharmacies with distance &amp; open status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218688" y="1764792"/>
            <a:ext cx="2761488" cy="1298448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346704" y="185623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SOS Mode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346704" y="2185416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emergency interface — call ambulance instantly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08192" y="1764792"/>
            <a:ext cx="2761488" cy="1298448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236208" y="185623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First Aid Guide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236208" y="2185416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guidance for chest pain, accidents &amp; burns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20040" y="3227832"/>
            <a:ext cx="2761488" cy="1298448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48056" y="331927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Family Card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48056" y="3648456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blood group, allergies &amp; emergency contacts digitally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3218688" y="3227832"/>
            <a:ext cx="2761488" cy="1298448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346704" y="331927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Medicine Finder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3346704" y="3648456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which nearby pharmacy has your medicine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108192" y="3227832"/>
            <a:ext cx="2761488" cy="1298448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236208" y="3319272"/>
            <a:ext cx="2505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Smart Filters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236208" y="3648456"/>
            <a:ext cx="250545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open now, 24hrs, ambulance, crowd level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3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347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65760" y="953789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356125"/>
            <a:ext cx="8412480" cy="22860"/>
          </a:xfrm>
          <a:prstGeom prst="rect">
            <a:avLst/>
          </a:prstGeom>
          <a:solidFill>
            <a:srgbClr val="00DCFF">
              <a:alpha val="45000"/>
            </a:srgbClr>
          </a:solidFill>
          <a:ln w="12700">
            <a:solidFill>
              <a:srgbClr val="00DCFF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57200" y="2101361"/>
            <a:ext cx="1828800" cy="594360"/>
          </a:xfrm>
          <a:prstGeom prst="rect">
            <a:avLst/>
          </a:prstGeom>
          <a:solidFill>
            <a:srgbClr val="0D1530"/>
          </a:solidFill>
          <a:ln w="15240">
            <a:solidFill>
              <a:srgbClr val="00DC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210136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542032" y="2101361"/>
            <a:ext cx="1828800" cy="594360"/>
          </a:xfrm>
          <a:prstGeom prst="rect">
            <a:avLst/>
          </a:prstGeom>
          <a:solidFill>
            <a:srgbClr val="0D1530"/>
          </a:solidFill>
          <a:ln w="15240">
            <a:solidFill>
              <a:srgbClr val="00DC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542032" y="210136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Frontend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26864" y="2101361"/>
            <a:ext cx="1828800" cy="594360"/>
          </a:xfrm>
          <a:prstGeom prst="rect">
            <a:avLst/>
          </a:prstGeom>
          <a:solidFill>
            <a:srgbClr val="0D1530"/>
          </a:solidFill>
          <a:ln w="15240">
            <a:solidFill>
              <a:srgbClr val="00DC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26864" y="210136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711696" y="2101361"/>
            <a:ext cx="1828800" cy="594360"/>
          </a:xfrm>
          <a:prstGeom prst="rect">
            <a:avLst/>
          </a:prstGeom>
          <a:solidFill>
            <a:srgbClr val="0D1530"/>
          </a:solidFill>
          <a:ln w="15240">
            <a:solidFill>
              <a:srgbClr val="00DC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11696" y="2101361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286000" y="2398541"/>
            <a:ext cx="256032" cy="0"/>
          </a:xfrm>
          <a:prstGeom prst="line">
            <a:avLst/>
          </a:prstGeom>
          <a:noFill/>
          <a:ln w="19050">
            <a:solidFill>
              <a:srgbClr val="00DC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70832" y="2398541"/>
            <a:ext cx="256032" cy="0"/>
          </a:xfrm>
          <a:prstGeom prst="line">
            <a:avLst/>
          </a:prstGeom>
          <a:noFill/>
          <a:ln w="19050">
            <a:solidFill>
              <a:srgbClr val="00DC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55664" y="2398541"/>
            <a:ext cx="256032" cy="0"/>
          </a:xfrm>
          <a:prstGeom prst="line">
            <a:avLst/>
          </a:prstGeom>
          <a:noFill/>
          <a:ln w="19050">
            <a:solidFill>
              <a:srgbClr val="00DC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57200" y="276887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Interacts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2542032" y="276887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UI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26864" y="276887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Map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6711696" y="2768873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Profile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1097280" y="3587261"/>
            <a:ext cx="2560320" cy="548640"/>
          </a:xfrm>
          <a:prstGeom prst="rect">
            <a:avLst/>
          </a:prstGeom>
          <a:solidFill>
            <a:srgbClr val="1A0A0A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097280" y="3587261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SOS Emergency Mode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206240" y="3587261"/>
            <a:ext cx="2560320" cy="548640"/>
          </a:xfrm>
          <a:prstGeom prst="rect">
            <a:avLst/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06240" y="3587261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Medicine Search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7315200" y="3587261"/>
            <a:ext cx="1463040" cy="548640"/>
          </a:xfrm>
          <a:prstGeom prst="rect">
            <a:avLst/>
          </a:prstGeom>
          <a:solidFill>
            <a:srgbClr val="0D1530"/>
          </a:solidFill>
          <a:ln w="12700">
            <a:solidFill>
              <a:srgbClr val="B4B4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315200" y="3587261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👨‍👩‍👧 Family Card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365760" y="433706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required — entire prototype runs in the browser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3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347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411480" y="9829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411480" y="1385316"/>
            <a:ext cx="8412480" cy="22860"/>
          </a:xfrm>
          <a:prstGeom prst="rect">
            <a:avLst/>
          </a:prstGeom>
          <a:solidFill>
            <a:srgbClr val="00DCFF">
              <a:alpha val="45000"/>
            </a:srgbClr>
          </a:solidFill>
          <a:ln w="12700">
            <a:solidFill>
              <a:srgbClr val="00DCFF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65760" y="1513332"/>
            <a:ext cx="4160520" cy="9601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30352" y="15864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Frontend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530352" y="19248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(Vanilla)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754880" y="1513332"/>
            <a:ext cx="4160520" cy="9601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919472" y="15864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Map &amp; Location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919472" y="19248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 API (free tier)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2592324"/>
            <a:ext cx="4160520" cy="9601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30352" y="26654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Storage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30352" y="30038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— saves Family Emergency Card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54880" y="2592324"/>
            <a:ext cx="4160520" cy="9601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919472" y="26654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UI/UX Design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919472" y="30038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Mobile-First, High Contrast UI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65760" y="3671316"/>
            <a:ext cx="4160520" cy="9601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30352" y="37444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APIs (Future)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30352" y="40827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API, Twilio SMS Alerts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54880" y="3671316"/>
            <a:ext cx="4160520" cy="9601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919472" y="37444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Deployment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4919472" y="40827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/ Netlify (free hosting)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3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347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74904" y="9646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Demo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74904" y="1367028"/>
            <a:ext cx="8412480" cy="22860"/>
          </a:xfrm>
          <a:prstGeom prst="rect">
            <a:avLst/>
          </a:prstGeom>
          <a:solidFill>
            <a:srgbClr val="00DCFF">
              <a:alpha val="45000"/>
            </a:srgbClr>
          </a:solidFill>
          <a:ln w="12700">
            <a:solidFill>
              <a:srgbClr val="00DCFF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50392" y="1476756"/>
            <a:ext cx="566928" cy="566928"/>
          </a:xfrm>
          <a:prstGeom prst="ellipse">
            <a:avLst/>
          </a:prstGeom>
          <a:solidFill>
            <a:srgbClr val="00DCFF"/>
          </a:solidFill>
          <a:ln w="12700">
            <a:solidFill>
              <a:srgbClr val="00DC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50392" y="14767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1435608" y="1760220"/>
            <a:ext cx="594360" cy="0"/>
          </a:xfrm>
          <a:prstGeom prst="line">
            <a:avLst/>
          </a:prstGeom>
          <a:noFill/>
          <a:ln w="12700">
            <a:solidFill>
              <a:srgbClr val="00DCFF"/>
            </a:solidFill>
            <a:prstDash val="dash"/>
          </a:ln>
        </p:spPr>
      </p:sp>
      <p:sp>
        <p:nvSpPr>
          <p:cNvPr id="11" name="Shape 7"/>
          <p:cNvSpPr/>
          <p:nvPr/>
        </p:nvSpPr>
        <p:spPr>
          <a:xfrm>
            <a:off x="329184" y="2208276"/>
            <a:ext cx="1591056" cy="23317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20624" y="227228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20624" y="2638044"/>
            <a:ext cx="140817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 MediNear on phone/laptop browser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2569464" y="1476756"/>
            <a:ext cx="566928" cy="566928"/>
          </a:xfrm>
          <a:prstGeom prst="ellipse">
            <a:avLst/>
          </a:prstGeom>
          <a:solidFill>
            <a:srgbClr val="00DCFF"/>
          </a:solidFill>
          <a:ln w="12700">
            <a:solidFill>
              <a:srgbClr val="00DC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69464" y="14767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3154680" y="1760220"/>
            <a:ext cx="594360" cy="0"/>
          </a:xfrm>
          <a:prstGeom prst="line">
            <a:avLst/>
          </a:prstGeom>
          <a:noFill/>
          <a:ln w="12700">
            <a:solidFill>
              <a:srgbClr val="00DCFF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2048256" y="2208276"/>
            <a:ext cx="1591056" cy="23317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2139696" y="227228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/ Filter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139696" y="2638044"/>
            <a:ext cx="140817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location &amp; filter by open now / 24hr / type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288536" y="1476756"/>
            <a:ext cx="566928" cy="566928"/>
          </a:xfrm>
          <a:prstGeom prst="ellipse">
            <a:avLst/>
          </a:prstGeom>
          <a:solidFill>
            <a:srgbClr val="00DCFF"/>
          </a:solidFill>
          <a:ln w="12700">
            <a:solidFill>
              <a:srgbClr val="00DC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288536" y="14767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873752" y="1760220"/>
            <a:ext cx="594360" cy="0"/>
          </a:xfrm>
          <a:prstGeom prst="line">
            <a:avLst/>
          </a:prstGeom>
          <a:noFill/>
          <a:ln w="12700">
            <a:solidFill>
              <a:srgbClr val="00DCFF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3767328" y="2208276"/>
            <a:ext cx="1591056" cy="23317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3858768" y="227228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858768" y="2638044"/>
            <a:ext cx="140817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hospitals, clinics &amp; pharmacies on map + cards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007608" y="1476756"/>
            <a:ext cx="566928" cy="566928"/>
          </a:xfrm>
          <a:prstGeom prst="ellipse">
            <a:avLst/>
          </a:prstGeom>
          <a:solidFill>
            <a:srgbClr val="00DCFF"/>
          </a:solidFill>
          <a:ln w="12700">
            <a:solidFill>
              <a:srgbClr val="00DC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007608" y="14767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6592824" y="1760220"/>
            <a:ext cx="594360" cy="0"/>
          </a:xfrm>
          <a:prstGeom prst="line">
            <a:avLst/>
          </a:prstGeom>
          <a:noFill/>
          <a:ln w="12700">
            <a:solidFill>
              <a:srgbClr val="00DCFF"/>
            </a:solidFill>
            <a:prstDash val="dash"/>
          </a:ln>
        </p:spPr>
      </p:sp>
      <p:sp>
        <p:nvSpPr>
          <p:cNvPr id="29" name="Shape 25"/>
          <p:cNvSpPr/>
          <p:nvPr/>
        </p:nvSpPr>
        <p:spPr>
          <a:xfrm>
            <a:off x="5486400" y="2208276"/>
            <a:ext cx="1591056" cy="23317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5577840" y="227228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 Navigate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577840" y="2638044"/>
            <a:ext cx="140817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call or get directions instantly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7726680" y="1476756"/>
            <a:ext cx="566928" cy="566928"/>
          </a:xfrm>
          <a:prstGeom prst="ellipse">
            <a:avLst/>
          </a:prstGeom>
          <a:solidFill>
            <a:srgbClr val="00DCFF"/>
          </a:solidFill>
          <a:ln w="12700">
            <a:solidFill>
              <a:srgbClr val="00DC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26680" y="14767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0A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7205472" y="2208276"/>
            <a:ext cx="1591056" cy="233172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7296912" y="2272284"/>
            <a:ext cx="14081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Mode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7296912" y="2638044"/>
            <a:ext cx="140817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SOS → ambulance + nearest ER + first aid guide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374904" y="46771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Fully working HTML/JS — no backend, no install needed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3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347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65760" y="877824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Future Scope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280160"/>
            <a:ext cx="8412480" cy="22860"/>
          </a:xfrm>
          <a:prstGeom prst="rect">
            <a:avLst/>
          </a:prstGeom>
          <a:solidFill>
            <a:srgbClr val="00DCFF">
              <a:alpha val="45000"/>
            </a:srgbClr>
          </a:solidFill>
          <a:ln w="12700">
            <a:solidFill>
              <a:srgbClr val="00DCFF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320040" y="1389888"/>
            <a:ext cx="4023360" cy="333756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Impact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02920" y="1883664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emergency response time significantly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download — works in any browser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 rural &amp; urban areas equally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Emergency Card helps when user is unconscious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One-stop solution — no juggling multiple apps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617720" y="1389888"/>
            <a:ext cx="4160520" cy="3337560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4800600" y="148132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🔭 Future Scope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00600" y="1883664"/>
            <a:ext cx="3794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hospital occupancy &amp; wait times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ambulance tracking on map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symptom triage assistant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government 108/112 services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 (Hindi, Marathi)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 to family when SOS is triggered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731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1300" dirty="0"/>
          </a:p>
        </p:txBody>
      </p:sp>
      <p:sp>
        <p:nvSpPr>
          <p:cNvPr id="5" name="Text 1"/>
          <p:cNvSpPr/>
          <p:nvPr/>
        </p:nvSpPr>
        <p:spPr>
          <a:xfrm>
            <a:off x="914400" y="34747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65760" y="9829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Links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365760" y="1385316"/>
            <a:ext cx="8412480" cy="22860"/>
          </a:xfrm>
          <a:prstGeom prst="rect">
            <a:avLst/>
          </a:prstGeom>
          <a:solidFill>
            <a:srgbClr val="00DCFF">
              <a:alpha val="45000"/>
            </a:srgbClr>
          </a:solidFill>
          <a:ln w="12700">
            <a:solidFill>
              <a:srgbClr val="00DCFF">
                <a:alpha val="45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22960" y="1559052"/>
            <a:ext cx="7498080" cy="713232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60120" y="1559052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691640" y="16047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691640" y="19065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github.com/NINJAL14/MediNear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2400300"/>
            <a:ext cx="7498080" cy="713232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960120" y="2400300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691640" y="24460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691640" y="27477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medinear.netlify.app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3241548"/>
            <a:ext cx="7498080" cy="713232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960120" y="3241548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🎥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691640" y="32872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1691640" y="35890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youtube.com/medinear-demo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2960" y="4082796"/>
            <a:ext cx="7498080" cy="713232"/>
          </a:xfrm>
          <a:prstGeom prst="rect">
            <a:avLst/>
          </a:prstGeom>
          <a:solidFill>
            <a:srgbClr val="0D1530"/>
          </a:solidFill>
          <a:ln w="6350">
            <a:solidFill>
              <a:srgbClr val="00DCFF">
                <a:alpha val="45000"/>
              </a:srgbClr>
            </a:solidFill>
            <a:prstDash val="solid"/>
          </a:ln>
          <a:effectLst>
            <a:outerShdw blurRad="101600" dist="25400" dir="81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960120" y="4082796"/>
            <a:ext cx="640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1691640" y="412851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50" b="1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691640" y="44302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HTML prototype — open in any browser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A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73152"/>
            <a:ext cx="658368" cy="658368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5720"/>
            <a:ext cx="68580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914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BYTEBATTLE 2026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914400" y="4754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Anjuman-I-Islam's Kalsekar Technical Campus | Department of Computer Engineering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1371600" y="777240"/>
            <a:ext cx="6400800" cy="4114800"/>
          </a:xfrm>
          <a:prstGeom prst="ellipse">
            <a:avLst/>
          </a:prstGeom>
          <a:solidFill>
            <a:srgbClr val="00DCFF">
              <a:alpha val="7000"/>
            </a:srgbClr>
          </a:solidFill>
          <a:ln w="12700">
            <a:solidFill>
              <a:srgbClr val="00DCFF">
                <a:alpha val="13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8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kern="0" spc="300" dirty="0">
                <a:solidFill>
                  <a:srgbClr val="00D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1440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4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"Saving lives by reducing emergency response delays."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34290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Ninjal  |  Roll No: 24CO83  |  SE-CO-2 Batch 3  |  BYTEBATTLE 2026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634</Words>
  <Application>Microsoft Office PowerPoint</Application>
  <PresentationFormat>On-screen Show (16:9)</PresentationFormat>
  <Paragraphs>129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MediNear – Emergency Medical Assistance Platform</dc:title>
  <dc:subject>PptxGenJS Presentation</dc:subject>
  <dc:creator>PptxGenJS</dc:creator>
  <cp:lastModifiedBy>Ninjal Sadanand Pardeshi</cp:lastModifiedBy>
  <cp:revision>2</cp:revision>
  <dcterms:created xsi:type="dcterms:W3CDTF">2026-05-31T05:06:10Z</dcterms:created>
  <dcterms:modified xsi:type="dcterms:W3CDTF">2026-05-31T05:14:01Z</dcterms:modified>
</cp:coreProperties>
</file>
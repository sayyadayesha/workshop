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BYTEBATTLE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2665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rPr dirty="0"/>
              <a:t>Project Title |</a:t>
            </a:r>
            <a:r>
              <a:rPr lang="en-IN" dirty="0"/>
              <a:t> Name |</a:t>
            </a:r>
            <a:r>
              <a:rPr dirty="0"/>
              <a:t> Team Name | Theme | PS </a:t>
            </a:r>
          </a:p>
        </p:txBody>
      </p:sp>
      <p:sp>
        <p:nvSpPr>
          <p:cNvPr id="8" name="AutoShape 2" descr="Generated image: Futuristic tech logo with trophy de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Problem, Challenges, Target Users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Solution Overview &amp; Innovation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Insert Architecture Diagram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9609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rPr dirty="0"/>
              <a:t>Frontend, Backend, Database, APIs</a:t>
            </a:r>
            <a:r>
              <a:rPr lang="en-IN" dirty="0"/>
              <a:t>  // Hardware(optional),  AIML(optional)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Screenshots, Workflow, Prototype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Impact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Results, Scalability, Future Plans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Resources &amp;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6789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rPr dirty="0"/>
              <a:t>GitHub, Deployment, Vide</a:t>
            </a:r>
            <a:r>
              <a:rPr lang="en-IN" dirty="0"/>
              <a:t>o, Prototype Link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0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689842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DC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FF"/>
                </a:solidFill>
              </a:defRPr>
            </a:pPr>
            <a:r>
              <a:t>Anjuman-I-Islam's Kalsekar Technical Campus | 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0FF"/>
                </a:solidFill>
              </a:defRPr>
            </a:pPr>
            <a:r>
              <a:t>Q&amp;A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5838" y="182880"/>
            <a:ext cx="1326657" cy="1257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159</Words>
  <Application>Microsoft Office PowerPoint</Application>
  <PresentationFormat>Custom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Hammaad Sayed</dc:creator>
  <cp:keywords/>
  <dc:description>generated using python-pptx</dc:description>
  <cp:lastModifiedBy>Dell</cp:lastModifiedBy>
  <cp:revision>6</cp:revision>
  <dcterms:created xsi:type="dcterms:W3CDTF">2013-01-27T09:14:16Z</dcterms:created>
  <dcterms:modified xsi:type="dcterms:W3CDTF">2026-05-30T19:37:06Z</dcterms:modified>
  <cp:category/>
</cp:coreProperties>
</file>